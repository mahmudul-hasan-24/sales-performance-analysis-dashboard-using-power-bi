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webextensions/webextension1.xml" ContentType="application/vnd.ms-office.webextension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sldIdLst>
    <p:sldId id="256" r:id="rId5"/>
  </p:sldIdLst>
  <p:sldSz cx="12192000" cy="6858000"/>
  <p:notesSz cx="6858000" cy="9144000"/>
  <p:custDataLst>
    <p:tags r:id="rId6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7BC108F-2AB8-48DA-AB49-F9E86BDDFE2F}" v="6" dt="2018-08-08T09:06:44.78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43"/>
    <p:restoredTop sz="94647"/>
  </p:normalViewPr>
  <p:slideViewPr>
    <p:cSldViewPr snapToGrid="0" snapToObjects="1">
      <p:cViewPr varScale="1">
        <p:scale>
          <a:sx n="99" d="100"/>
          <a:sy n="99" d="100"/>
        </p:scale>
        <p:origin x="192" y="6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presProps" Target="pres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tags" Target="tags/tag1.xml"/><Relationship Id="rId11" Type="http://schemas.microsoft.com/office/2015/10/relationships/revisionInfo" Target="revisionInfo.xml"/><Relationship Id="rId5" Type="http://schemas.openxmlformats.org/officeDocument/2006/relationships/slide" Target="slides/slide1.xml"/><Relationship Id="rId10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14106F-A246-2E48-9544-E8146AB80CF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3229C53-2CA9-764A-93AB-ECAD546B01F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6C782C-8745-7347-B6AC-4D8772289B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6/11/26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1CFD0D-118D-4441-A91C-1B836A28AA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CB8388-0632-6942-96AC-2D619404ED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1746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BFEA2F-4473-0948-AB43-EBE335118A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08B151-747D-604F-903D-9A920F3178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047E0C-8A67-AE45-9E33-B90E65F826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6/11/26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2C27D1-B1FA-884E-BB86-6AA912AD2C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40875C-8A74-6B43-8AF6-63659F8EC7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93270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B73F97-6513-314A-BEB3-8AC3A43CEF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BAC1008-6364-A640-BA0B-D8775884B5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5AB27E-7D19-9148-AFBE-D10DF7C15B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6/11/26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17AB2F-DBDD-3343-AB56-539EF251BC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82543B-D933-004D-99FF-224DE8B970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29937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7E5657-C487-1D4B-9C65-4DD0F323D1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BF2E6E-20E6-9043-A03F-A481416CA8E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ECB42E3-D2BE-6F4D-92FC-1494FD65C17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2A5245B-18BD-FF4F-92B6-242006FB81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6/11/26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E081255-874F-754B-A47E-861DA0CD15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0E19D76-7CF9-AC46-8DF1-89FFCD7B2D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96216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93E17C-5F89-8D43-BA72-7627FFCB12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3969009-5908-0446-A2D3-27CA7612D7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2A4F87B-6AD1-4F41-B65A-1712AF5CC50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39BD845-9E91-C744-AC94-1F3B0763A6B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05476AE-7625-BD41-9CA9-51364370D38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5E53358-AC69-5B4B-A141-FBCF7AC850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6/11/26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9FCEA71-D074-9149-9053-65C6E547F0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AC57ED6-3E53-184B-96E1-A81C0B366A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74760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C97104-1EED-AC46-9BFE-74C4C89738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6CA8C08-9E8C-6741-A2F0-5FAB6AE5E4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6/11/26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AD7E1B8-2D7B-4548-B1EC-8C766C92D9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DE0B748-F1C5-8749-8C42-DAC929DFFC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75467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FFE7249-F53D-4B4D-A448-22699C3D26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6/11/26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4682F3B-F381-C642-956B-8B897A4E6B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599A17-3A94-2D4B-863A-D140FD43EA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98420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7E8CEF-1C51-8C45-A4DD-823EF2ED19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E374CA-1122-FA4B-B960-C80ADBD8CF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2EA1D2F-31D9-944B-9E05-A6DF632D8BC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438C1F2-E75A-7847-BE97-4BAFD26A3C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6/11/26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7989FF9-DBBA-CD42-95A8-C1446B0102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B918F56-7D9A-9D48-8FD1-C96B13CCAF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7408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E687D9-2240-8D42-BF6D-3237D5EF1C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333825A-5AFC-8A42-93C4-F00E40A0FD9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DF956E5-5DA8-AB49-9E03-65283DF2A3A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78163D5-4687-C243-A8A2-0650A78870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6/11/26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8300BF0-29B6-B343-A484-59353A8ACA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F48E5C9-1065-5147-B725-91FB99153E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60173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659CC8-54DA-0A42-9DA3-C9E7FB11FD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31DD596-2259-614F-A986-3F25CF600F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A5B1C8-F927-B147-8326-E3862924A8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6/11/26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0B53A9-157A-9941-B952-607DAB5FA2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CF697C-66DE-734A-9CA9-579BCEA170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3883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BFAABD5-DA08-A547-B641-D0E08891728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2B8267B-68DB-BD49-A9B4-434AE7BB23F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D2D5EC-A445-FF43-82E6-1E7554A5DC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6/11/26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76C67B-5186-6A4F-8CC0-6CBFEB1182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BF1686-2B7E-F34D-B970-CC7FA2D3BC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71617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B0B6787-B51F-DB42-9E52-63E10EB865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63B9472-27F5-2144-BCEC-3E0A96761A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352788-8A6E-D24F-82D2-F38C9E41A4A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7A2730A-859E-B540-ADF3-E97069AD1FDB}" type="datetimeFigureOut">
              <a:rPr lang="en-US" smtClean="0"/>
              <a:t>6/11/26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1DDB45-653D-0C49-B78E-967549C7BA6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ADC715-0B9A-0348-A62C-3F8BCE535B3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88490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11/relationships/webextension" Target="../webextensions/webextension1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Add-in_Banner">
            <a:extLst>
              <a:ext uri="{FF2B5EF4-FFF2-40B4-BE49-F238E27FC236}">
                <a16:creationId xmlns:a16="http://schemas.microsoft.com/office/drawing/2014/main" id="{3469E413-BCF5-4E2F-BE4B-EB617C589FA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0" y="351395"/>
            <a:ext cx="12192000" cy="640515"/>
          </a:xfrm>
          <a:prstGeom prst="rect">
            <a:avLst/>
          </a:prstGeom>
          <a:solidFill>
            <a:srgbClr val="494748">
              <a:alpha val="470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1332000" tIns="180000" rIns="216000" bIns="18000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l" rtl="0">
              <a:spcAft>
                <a:spcPts val="0"/>
              </a:spcAft>
            </a:pPr>
            <a:r>
              <a:rPr lang="en-GB" sz="1800" dirty="0">
                <a:solidFill>
                  <a:srgbClr val="000000"/>
                </a:solidFill>
                <a:effectLst/>
                <a:latin typeface="Segoe UI Light" panose="020B0502040204020203" pitchFamily="34" charset="0"/>
                <a:ea typeface="Calibri" panose="020F0502020204030204" pitchFamily="34" charset="0"/>
                <a:cs typeface="Segoe UI Light" panose="020B0502040204020203" pitchFamily="34" charset="0"/>
              </a:rPr>
              <a:t>Microsoft Power BI</a:t>
            </a:r>
            <a:endParaRPr lang="en-IE" sz="1200" dirty="0">
              <a:effectLst/>
              <a:latin typeface="Segoe UI Light" panose="020B0502040204020203" pitchFamily="34" charset="0"/>
              <a:ea typeface="Calibri" panose="020F0502020204030204" pitchFamily="34" charset="0"/>
              <a:cs typeface="Segoe UI Light" panose="020B0502040204020203" pitchFamily="34" charset="0"/>
            </a:endParaRPr>
          </a:p>
        </p:txBody>
      </p:sp>
      <p:pic>
        <p:nvPicPr>
          <p:cNvPr id="7" name="Add-in_Icon" descr="Icon for Microsoft Power BI.">
            <a:extLst>
              <a:ext uri="{FF2B5EF4-FFF2-40B4-BE49-F238E27FC236}">
                <a16:creationId xmlns:a16="http://schemas.microsoft.com/office/drawing/2014/main" id="{87D43E1C-7B4D-44A2-8E6D-6786349BFB58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 bwMode="auto">
          <a:xfrm>
            <a:off x="914400" y="530365"/>
            <a:ext cx="291465" cy="291465"/>
          </a:xfrm>
          <a:prstGeom prst="rect">
            <a:avLst/>
          </a:prstGeom>
          <a:noFill/>
        </p:spPr>
      </p:pic>
      <mc:AlternateContent xmlns:mc="http://schemas.openxmlformats.org/markup-compatibility/2006">
        <mc:Choice xmlns:we="http://schemas.microsoft.com/office/webextensions/webextension/2010/11" xmlns:pca="http://schemas.microsoft.com/office/powerpoint/2013/contentapp" Requires="we pca">
          <p:graphicFrame>
            <p:nvGraphicFramePr>
              <p:cNvPr id="2" name="Add-in" descr="Add-in content for Microsoft Power BI."/>
              <p:cNvGraphicFramePr>
                <a:graphicFrameLocks noGrp="1"/>
              </p:cNvGraphicFramePr>
              <p:nvPr/>
            </p:nvGraphicFramePr>
            <p:xfrm>
              <a:off x="721012" y="1170879"/>
              <a:ext cx="10749976" cy="5335725"/>
            </p:xfrm>
            <a:graphic>
              <a:graphicData uri="http://schemas.microsoft.com/office/webextensions/webextension/2010/11">
                <we:webextensionref xmlns:we="http://schemas.microsoft.com/office/webextensions/webextension/2010/11" xmlns:r="http://schemas.openxmlformats.org/officeDocument/2006/relationships" r:id="rId3"/>
              </a:graphicData>
            </a:graphic>
          </p:graphicFrame>
        </mc:Choice>
        <mc:Fallback>
          <p:pic>
            <p:nvPicPr>
              <p:cNvPr id="2" name="Add-in" descr="Add-in content for Microsoft Power BI."/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4">
                <a:clrChange>
                  <a:clrFrom>
                    <a:prstClr val="black"/>
                  </a:clrFrom>
                  <a:clrTo>
                    <a:prstClr val="black">
                      <a:alpha val="0"/>
                    </a:prstClr>
                  </a:clrTo>
                </a:clrChange>
              </a:blip>
              <a:stretch>
                <a:fillRect/>
              </a:stretch>
            </p:blipFill>
            <p:spPr>
              <a:xfrm>
                <a:off x="721012" y="1170879"/>
                <a:ext cx="10749976" cy="5335725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211859542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FILE_NAME_PARSED_KEY" val="TRUE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webextension1.xml><?xml version="1.0" encoding="utf-8"?>
<we:webextension xmlns:we="http://schemas.microsoft.com/office/webextensions/webextension/2010/11" id="{d8ba8da7-2d04-4969-ba86-017d800c1e67}">
  <we:reference id="WA200003233" version="2.0.0.3" store="en-US" storeType="OMEX"/>
  <we:alternateReferences/>
  <we:properties>
    <we:property name="Microsoft.Office.CampaignId" value="&quot;none&quot;"/>
    <we:property name="reportUrl" value="&quot;/groups/5711ba4f-bcef-452d-9ea6-cbd3ef40f3a3/reports/d42a8d98-cc7b-4272-a9d4-49341b084494/dd16e2ce3b4ba4d46427?bookmarkGuid=b5a434f0-93e9-45bf-9999-6f2cafe3dc46&amp;bookmarkUsage=1&amp;ctid=61efdcdb-c49e-4010-954f-ae5b1b473ab0&amp;fromEntryPoint=export&quot;"/>
    <we:property name="reportState" value="&quot;CONNECTED&quot;"/>
    <we:property name="artifactViewState" value="&quot;live&quot;"/>
    <we:property name="reportEmbeddedTime" value="&quot;2026-06-11T00:09:29.368Z&quot;"/>
    <we:property name="creatorSessionId" value="&quot;7a0850ad-0c2f-4346-b8be-d62fa360f6bf&quot;"/>
    <we:property name="creatorUserId" value="&quot;100320031417A344&quot;"/>
    <we:property name="creatorTenantId" value="&quot;61efdcdb-c49e-4010-954f-ae5b1b473ab0&quot;"/>
    <we:property name="pageDisplayName" value="&quot;Page 1&quot;"/>
    <we:property name="pageName" value="&quot;dd16e2ce3b4ba4d46427&quot;"/>
    <we:property name="reportName" value="&quot;Sales Performance Analysis Dashboard&quot;"/>
    <we:property name="isVisualContainerHeaderHidden" value="false"/>
    <we:property name="isFiltersActionButtonVisible" value="true"/>
    <we:property name="initialStateBookmark" value="&quot;H4sIAAAAAAAAA+1b227bOBD9lUIPmxen4F1UgGKRS4t2u2nTtAjaXQSLITl21CqSq0sab5B/X0qyc3Nsp02wsR0DBmwPKXLmcM7MkJLOAhcX/QQG7+AYg41gK8u+HUP+7RkNOkE6lL1//3Z3c//tP+82d196cdYv4ywtgo2zoIS8h+VBXFSQ1CN44d+HnQCSZA969b8uJAV2gj7mRZZCEv+LbWffVOYVnncCPO0nWQ71kB9LKLEe9sR39//93PQ59zOCLeMT/Ii2bKXOUYXMIjfCgHBCCRb6bkXbodHs1i710M3021laQpz6aZq+odDOdTUiNTyijBtja3k3TsphFzN4edrPvXXe5kG/RmXTnUBq0QWNCTkWrcZnwesYc8jt0eBPPMGklry8vX28aS/PPFLl4ADyuEUkq3KL4x1b+T52m6a0jEs/WlDZ370qWV6+cNmPNMnA/Ra7F/SdKPibIj8+eJ1g9/M3bvWX/dd/fN/v/9U9kfQDDc79MgzX/2Jmb9ZIGy/+gpCv73rQjprOV0wIdvyaPbsU1M1Dw5urGsFR9mM7R9/RBRvkvHOB4bYX9bI8tpCsYJwI44cKcu+HKyTvjeTlBZNwXLF6Jog7MPg1CDd7vRx7rR5jtm9nSXV8i/zhMbkCwOZxVqVlI31VpcPsQsaNO/SSIk57yTB7XSaST63N4PtuH3ma1unRfPV5qM4a56PM5af8eiU3Dck6aNLJyrFupIvD81oIJgoZEVQCRcMVEh3xWvvpy9BgvFWVZaPRlZWoh4yoY9ZZqbilGLLIhJJPTvPD4oeAZEZaFylhpYsiIQX6oZfX1zsXpksubNjlypjQaOGYouAuTZ+WcR7FwAtW/QJ/bVIV3gfQbUF+K4+z3GG+1TJ2J85HlSjr3LBwcdb9/PAu0emxV7INBo5JqqzkHIwFLkIXETGTuc5pbSjrSiss4ZQRI2Ex3feSkiSiIRpFnQUCXBuNdjGjkf/ZjR8i814wtzVjycg7CaZFIq9CpQBBWaMVIUxERLuZ5GXAedc54KEMpVSaCGbnmLwfK7N+JwIz1vXhiBJNrSFcU6lYtCLwisBzROAbvtySOLKM+YpZhBIiJ3mktJlSO88rTadTdPFI+KGCdsT709BlaVUuGfkmwzPH9BujHpVIHHFahP5LaSswkotHvfZsf0l492DJ76hKnU99e+h1TUuPkf22SoTzwsSRy7Y07FoESRQJqSSaABoTTtmDLiENH/v04iepVRxBH3ehP34OKBgHbRD87tmg1r6SEYtYy4wS2xLE0wc7h1/uzcQiHuW1XtqGUCsYVcwwSULCFdOaMb14xFuqSuYn7gosnnEPVqYVFkrvoXe/w/e58eD5Q2TScrf8ZJRRyYlyIJ1CDIkUavH4uQeDY19M72buybH0Se7yFzArXnfRlnwcNUjuCEUCgguGQHAm+Z6iD1vI3bDpCfhwLfLbzUihZYIQDBHBWUeWyTUe7l7CErrG5IOTpqSWDK3TxITEF9XKOOXCZXKN9/W6PXuzc8N+uXKOGfC07sG50hRcRCiPZOQoM3ypIscD3gBZRveYdgOkjR5OGBUyGWniCw6mFYNaj6lAlXhamux0/FzNdDUNnZMhs37nQJXRdIlOSGdvEpPYYn4NluAY815TxTkooTG7384UY9teV4D+GxtUzoI/Y49UO/YBJFU97NqOv6K2aM0rNVq4CS5Jb7rkoyI4sQBvTCvm4WC/8ThI61kbYatUniXNr5Gi3o6kfka1bf1eYT7wmjU9flGj560KfuC48BAk0C9qL6tfifEih43Bb3EwDyDVOu7FaTpSsJbkWVbWk45UvVhR32aP4sTlmDaqj3W43ce3IYm7WZ7GsDaa8lPW81wbzdm581CvEh9N3P3HeZMkcZrFxYSBDkch1ESRteCM0paHHLSF2du2uQt6Nx7Y/h8iH6ZuZ/i215Tg5y/GMj7GNUYYXyfROuGfCN0gxH+aeNhZzhB6bT3mNo5e07I9xdCAnDKGjGongGjCwwWkw/QjxLmqBObSMW473zJWSStoJIQmVDMXGk4XzzPu85LBk3eLG482NW5xGxZZVRZ9sLgHKd6WOuqSzaGbgUvz6nGbI/wyxCaZBWSd1y8gPD//D7+YXdkbPQAA&quot;"/>
    <we:property name="bookmark" value="&quot;H4sIAAAAAAAAA+1bWW/bOBD+K4UeNi9OwVtUgGLRJC3a3babHgjaXeRhSI4dtYrk6kjjDfzfl5LsXL7SJtjYjgEDtocUOfNxvpkhJZ0HLi76CQzewQkGO8Fuln07gfzbExp0grSVRcR2pY00gFUkZC6MhPKtWb+Ms7QIds6DEvIelodxUUFSD+SF/xx1AkiSA+jV/7qQFNgJ+pgXWQpJ/C+2nX1TmVc47AR41k+yHOohP5ZQYj3sqe/u/3sV6FPuZwRbxqf4EW3ZSp2jCplFboQB4YQSLPTdirZDo9nULvXQzfR7WVpCnPppmr6h0M51NSI1PKKMG2NreTdOylEXM3hx1s+9dd7mQb8G57k7hdSiCxoTcixajc+DVzHmkNvjwRs8xaSWvJjePtl0kGceqXJwCHncIpJVucXJjq38A3abprSMSz9aUNnfvSpZXj5z2Y80ycD9Frtn9J0o+OsiPzl8lWD38zdu9ZcPr/74/qH/d/dU0vc0GPplGLnBxczerLE2XvwFId9+60E7bjpfMSHY92v25FJQN48Mb65qBMfZj70cfUcX7JBh5wLDPS/qZXlsIdnAOBPG9xXk3g83SN4ZycsLZuG4YfVCEPdh8GsQPu/1cuy1ekzYvpcl1ckU+f1jcgWA5ydZlZaN9GWVjrILmTTuyEuKOO0lo+x1mUg+tTaD77t37Glap0fz1eehOmsMx5nLT/n1Sm4akXXQpJONY91IF0fDWggmChkRVAJFwxUSHfFa+/nL0GC8W5Vlo9GVlaiHjKhj1lmpuKUYssiEks9O86MaiIBkRloXKWGliyIhBfqh19fXOxemSy5s2OXKmNBo4Zii4C5Nn5dxHsTAC1b9An9tUhXeB9DtQj6Vx1nuMN9tGbsf5+NKlHVuWLg66z48uk10euiVbIOBY5IqKzkHY4GL0EVELGSuc1obyvwORljCKSNGwmq67yUlSURDNIo6CwS4NhrtakYj/7Mb30fmvWBua8aakXcWTKtEXoVKAYKyRitCmIiIdgvJy4DzrnPAQxlKqTQRzC4xeT9WZvtWBGas68MRJZpaQ7imUrFoQ+ANgZeIwDd8uSVxZBnzFbMIJURO8khpM6d2Xlaazqfo6pHwfQXtiHenocvSqlwz8s2GZ4npN0E9KpE44rQI/ZfSVmAkV4967dn+mvDu3pLfcZU6n/oO0Oualh4j+22TCJeFiWOXbWnYtQiSKBJSSTQBNCacswddQxo+9OnFT1KrOIY+voX+5DmgYBy0QfC7Z4Na+0pGrGItM05saxBP7+0cfr03E6t4lNd6aRtCrWBUMcMkCQlXTGvG9OoRb60qmZ+4K7B6xt1bmVZYKL2H3v4O3+fGg5cPkVnL3fKTUUYlJ8qBdAoxJFKo1ePnAQxOfDH9NnOPjqWPcpe/glnxuou25OOoQXJHKBIQXDAEggvJ9xh92ELuRk2PwIdrkd9uRgotE4RgiAjOOrJOrnF/9xLW0DVmH5w0JbVkaJ0mJiS+qFbGKReuk2v8Va/bk9f7N+yXG+dYAE/rHpwrTcFFhPJIRo4yw9cqctzjDZB1dI95N0Da6OGEUSGTkSa+4GBaMaj1mAtUiWelyc4mz9VMV9PQORky63cOVBlN1+iEdPEmMYkt5tdgCU4w7zVVnIMSGrP77Uwxtu11Bei/sUHlPHgTe6TasQ8hqepht/b9FbVFW16p8cLNcEl60yUfFMGZBXhjWrEMB/uNx0Faz9oIW6XyLGl+jRX1diT1M6pt6/cK84HXrOnxixo9bVXwA8eFhyCBflF7Wf1KjBc5bAz+EwfLAFKt40GcpmMFa0meZWU96VjVixX1bfY4TlyOaaP6RIfpPr4HSdzN8jSGrfGUn7Ke59p4zs6th3qZ+Gji7j7O6ySJ0ywuZgx0NA6hJoqsBWeUtjzkoC0s3rYtXdC78cD2/xD5MHX7o7e95gQ/fzGW8QluMcL4Nom2Cf9E6A4h/tPEw856htBr67G0cfSalu0phgbklDFkVDsBRBMeriAd5h8hLlUlsJSOMe18y1glraCREJpQzVxoOF09z7jLSwaP3i1uPNrUuMU0LLKqLPpg8QBSnJY66pLNoVuAS/Pq8QUkw+F/CGKebPI8AAA=&quot;"/>
    <we:property name="datasetId" value="&quot;c2ef05fa-d1fa-4855-8659-ea54575bb599&quot;"/>
    <we:property name="embedUrl" value="&quot;/reportEmbed?reportId=d42a8d98-cc7b-4272-a9d4-49341b084494&amp;config=eyJjbHVzdGVyVXJsIjoiaHR0cHM6Ly9XQUJJLUVVUk9QRS1OT1JUSC1CLXJlZGlyZWN0LmFuYWx5c2lzLndpbmRvd3MubmV0IiwiZW1iZWRGZWF0dXJlcyI6eyJ1c2FnZU1ldHJpY3NWTmV4dCI6dHJ1ZX19&amp;disableSensitivityBanner=true&amp;storytellingChangeViewModeShortcutKeys=true&quot;"/>
    <we:property name="backgroundColor" value="&quot;#FFFFFF&quot;"/>
    <we:property name="design" value="{&quot;border&quot;:{&quot;isActive&quot;:false,&quot;color&quot;:&quot;#808080&quot;,&quot;width&quot;:1,&quot;transparency&quot;:0,&quot;dash&quot;:&quot;solid&quot;}}"/>
    <we:property name="isFooterCollapsed" value="true"/>
  </we:properties>
  <we:bindings/>
  <we:snapshot xmlns:r="http://schemas.openxmlformats.org/officeDocument/2006/relationships"/>
</we:webextension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D401524DC532D42A0E0ED886331A72B" ma:contentTypeVersion="15" ma:contentTypeDescription="Create a new document." ma:contentTypeScope="" ma:versionID="aba17d7263e5a17e1efe42a3571abb41">
  <xsd:schema xmlns:xsd="http://www.w3.org/2001/XMLSchema" xmlns:xs="http://www.w3.org/2001/XMLSchema" xmlns:p="http://schemas.microsoft.com/office/2006/metadata/properties" xmlns:ns2="f577acbf-5b0b-4b4f-9948-268e97f8d3a4" xmlns:ns3="b1e4d6ee-9f6f-43f8-a618-24f3d84da28f" targetNamespace="http://schemas.microsoft.com/office/2006/metadata/properties" ma:root="true" ma:fieldsID="e4e3c9c8ed1c3d723d02c9f1cb24d19a" ns2:_="" ns3:_="">
    <xsd:import namespace="f577acbf-5b0b-4b4f-9948-268e97f8d3a4"/>
    <xsd:import namespace="b1e4d6ee-9f6f-43f8-a618-24f3d84da28f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3:LastSharedByUser" minOccurs="0"/>
                <xsd:element ref="ns3:LastSharedByTime" minOccurs="0"/>
                <xsd:element ref="ns2:Document_x0020_Purpose" minOccurs="0"/>
                <xsd:element ref="ns2:Initiatives" minOccurs="0"/>
                <xsd:element ref="ns2:MediaServiceDateTaken" minOccurs="0"/>
                <xsd:element ref="ns2:MediaServiceAutoTags" minOccurs="0"/>
                <xsd:element ref="ns2:MediaServiceOCR" minOccurs="0"/>
                <xsd:element ref="ns2:MediaServiceLocation" minOccurs="0"/>
                <xsd:element ref="ns2:MediaServiceEventHashCode" minOccurs="0"/>
                <xsd:element ref="ns2:MediaServiceGenerationTim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577acbf-5b0b-4b4f-9948-268e97f8d3a4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Document_x0020_Purpose" ma:index="14" nillable="true" ma:displayName="Document Purpose" ma:default="Informational" ma:format="Dropdown" ma:internalName="Document_x0020_Purpose">
      <xsd:simpleType>
        <xsd:restriction base="dms:Choice">
          <xsd:enumeration value="Informational"/>
          <xsd:enumeration value="Feature Spec"/>
          <xsd:enumeration value="Engineering Design"/>
          <xsd:enumeration value="Planning"/>
        </xsd:restriction>
      </xsd:simpleType>
    </xsd:element>
    <xsd:element name="Initiatives" ma:index="15" nillable="true" ma:displayName="Initiatives" ma:description="List of initiatives related to this document" ma:internalName="Initiatives">
      <xsd:complexType>
        <xsd:complexContent>
          <xsd:extension base="dms:MultiChoice">
            <xsd:sequence>
              <xsd:element name="Value" maxOccurs="unbounded" minOccurs="0" nillable="true">
                <xsd:simpleType>
                  <xsd:restriction base="dms:Choice">
                    <xsd:enumeration value="Add-in MAU"/>
                    <xsd:enumeration value="Custom Functions"/>
                    <xsd:enumeration value="Data &amp; Analytics"/>
                    <xsd:enumeration value="DevEx: Portals &amp; Programs"/>
                    <xsd:enumeration value="DevEx: Tools &amp; Libraries"/>
                    <xsd:enumeration value="Engineering"/>
                    <xsd:enumeration value="Excel API"/>
                    <xsd:enumeration value="In-Market Support"/>
                    <xsd:enumeration value="Maker Access"/>
                    <xsd:enumeration value="SDX Runtime &amp; Partners"/>
                    <xsd:enumeration value="SDX Service Delivery"/>
                    <xsd:enumeration value="SDX API &amp; Pipeline"/>
                    <xsd:enumeration value="Shield &amp; OCE"/>
                  </xsd:restriction>
                </xsd:simpleType>
              </xsd:element>
            </xsd:sequence>
          </xsd:extension>
        </xsd:complexContent>
      </xsd:complexType>
    </xsd:element>
    <xsd:element name="MediaServiceDateTaken" ma:index="16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7" nillable="true" ma:displayName="MediaServiceAutoTags" ma:internalName="MediaServiceAutoTags" ma:readOnly="true">
      <xsd:simpleType>
        <xsd:restriction base="dms:Text"/>
      </xsd:simpleType>
    </xsd:element>
    <xsd:element name="MediaServiceOCR" ma:index="18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19" nillable="true" ma:displayName="MediaServiceLocation" ma:internalName="MediaServiceLocation" ma:readOnly="true">
      <xsd:simpleType>
        <xsd:restriction base="dms:Text"/>
      </xsd:simpleType>
    </xsd:element>
    <xsd:element name="MediaServiceEventHashCode" ma:index="20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21" nillable="true" ma:displayName="MediaServiceGenerationTime" ma:hidden="true" ma:internalName="MediaServiceGenerationTim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1e4d6ee-9f6f-43f8-a618-24f3d84da28f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LastSharedByUser" ma:index="12" nillable="true" ma:displayName="Last Shared By User" ma:hidden="true" ma:internalName="LastSharedByUser" ma:readOnly="true">
      <xsd:simpleType>
        <xsd:restriction base="dms:Note"/>
      </xsd:simpleType>
    </xsd:element>
    <xsd:element name="LastSharedByTime" ma:index="13" nillable="true" ma:displayName="Last Shared By Time" ma:hidden="true" ma:internalName="LastSharedByTime" ma:readOnly="true">
      <xsd:simpleType>
        <xsd:restriction base="dms:DateTim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Document_x0020_Purpose xmlns="f577acbf-5b0b-4b4f-9948-268e97f8d3a4">Informational</Document_x0020_Purpose>
    <Initiatives xmlns="f577acbf-5b0b-4b4f-9948-268e97f8d3a4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1DD29C39-1C4E-4B06-A1F4-2510F2DACF6E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f577acbf-5b0b-4b4f-9948-268e97f8d3a4"/>
    <ds:schemaRef ds:uri="b1e4d6ee-9f6f-43f8-a618-24f3d84da28f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617AB1FA-2F28-4684-9230-02ACEB6C0B0A}">
  <ds:schemaRefs>
    <ds:schemaRef ds:uri="http://purl.org/dc/elements/1.1/"/>
    <ds:schemaRef ds:uri="http://schemas.microsoft.com/office/2006/metadata/properties"/>
    <ds:schemaRef ds:uri="b1e4d6ee-9f6f-43f8-a618-24f3d84da28f"/>
    <ds:schemaRef ds:uri="http://schemas.microsoft.com/office/2006/documentManagement/types"/>
    <ds:schemaRef ds:uri="http://purl.org/dc/terms/"/>
    <ds:schemaRef ds:uri="http://schemas.openxmlformats.org/package/2006/metadata/core-properties"/>
    <ds:schemaRef ds:uri="f577acbf-5b0b-4b4f-9948-268e97f8d3a4"/>
    <ds:schemaRef ds:uri="http://purl.org/dc/dcmitype/"/>
    <ds:schemaRef ds:uri="http://schemas.microsoft.com/office/infopath/2007/PartnerControls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E21AFCC0-734A-4A90-A597-A1CB34860DCD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1507</TotalTime>
  <Words>3</Words>
  <Application>Microsoft Macintosh PowerPoint</Application>
  <PresentationFormat>Widescreen</PresentationFormat>
  <Paragraphs>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Segoe UI Light</vt:lpstr>
      <vt:lpstr>Office Theme</vt:lpstr>
      <vt:lpstr>Microsoft Power BI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Microsoft</dc:creator>
  <cp:lastModifiedBy>Mahmudul Hasan</cp:lastModifiedBy>
  <cp:revision>3</cp:revision>
  <dcterms:created xsi:type="dcterms:W3CDTF">2018-06-07T21:39:02Z</dcterms:created>
  <dcterms:modified xsi:type="dcterms:W3CDTF">2026-06-11T00:12:05Z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0x010100CD401524DC532D42A0E0ED886331A72B</vt:lpwstr>
  </property>
  <property fmtid="{D5CDD505-2E9C-101B-9397-08002B2CF9AE}" pid="3" name="MSIP_Label_f42aa342-8706-4288-bd11-ebb85995028c_Enabled">
    <vt:lpwstr>True</vt:lpwstr>
  </property>
  <property fmtid="{D5CDD505-2E9C-101B-9397-08002B2CF9AE}" pid="4" name="MSIP_Label_f42aa342-8706-4288-bd11-ebb85995028c_SiteId">
    <vt:lpwstr>72f988bf-86f1-41af-91ab-2d7cd011db47</vt:lpwstr>
  </property>
  <property fmtid="{D5CDD505-2E9C-101B-9397-08002B2CF9AE}" pid="5" name="MSIP_Label_f42aa342-8706-4288-bd11-ebb85995028c_Owner">
    <vt:lpwstr>t-dahop@microsoft.com</vt:lpwstr>
  </property>
  <property fmtid="{D5CDD505-2E9C-101B-9397-08002B2CF9AE}" pid="6" name="MSIP_Label_f42aa342-8706-4288-bd11-ebb85995028c_SetDate">
    <vt:lpwstr>2018-06-18T13:45:27.3782680Z</vt:lpwstr>
  </property>
  <property fmtid="{D5CDD505-2E9C-101B-9397-08002B2CF9AE}" pid="7" name="MSIP_Label_f42aa342-8706-4288-bd11-ebb85995028c_Name">
    <vt:lpwstr>General</vt:lpwstr>
  </property>
  <property fmtid="{D5CDD505-2E9C-101B-9397-08002B2CF9AE}" pid="8" name="MSIP_Label_f42aa342-8706-4288-bd11-ebb85995028c_Application">
    <vt:lpwstr>Microsoft Azure Information Protection</vt:lpwstr>
  </property>
  <property fmtid="{D5CDD505-2E9C-101B-9397-08002B2CF9AE}" pid="9" name="MSIP_Label_f42aa342-8706-4288-bd11-ebb85995028c_Extended_MSFT_Method">
    <vt:lpwstr>Automatic</vt:lpwstr>
  </property>
  <property fmtid="{D5CDD505-2E9C-101B-9397-08002B2CF9AE}" pid="10" name="Sensitivity">
    <vt:lpwstr>General</vt:lpwstr>
  </property>
</Properties>
</file>